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0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2DFE0-97C5-4E30-2F1B-86C7D146A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AC979-9F29-69AF-49B2-1C44D78F5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7DE33-D127-4763-3392-F1237DA21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98B17-FD69-1854-0452-2858A7030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B5EB4-6427-99AF-EE2F-66F3A9C0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1711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9C153-9397-7976-0ED3-856F3F71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27869-E25C-A213-D181-F112C3AF6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6788D-7AEB-CC6C-CA9B-77B8D831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C49AF-86B7-4424-EF40-36D42A06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9EA04-8914-97C0-6A7C-03B24C94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6768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48F4A-5715-2DF7-BD96-2281B114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F8FCD7-1577-40C3-5B39-4F995DC7E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881B9-EC44-6AE9-4528-2EA7564D8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33BAE4-85DD-7FBE-C5BE-79D05E0D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E40BC-7A9C-0C2D-18C3-CFE083BC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92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3D32-3599-73A6-CC13-3A113FA3D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517D-8682-A57F-D889-4FF7AB950B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13965-D88A-8430-0415-D4B60C0B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E78D59-1BEE-5723-4E3C-0C3FF817B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2F6C1-C0C5-C275-ABBB-00F3EABAD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41C62-AA8F-F810-97DE-F44FFE7A1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5926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C4AC-338C-8E26-E5F8-C20AE49A1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10950-AFD7-935F-9FD3-C7FB21320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A32D2B-56C2-B22C-9F50-D43FCBD04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F32A0E-EDF2-C0BF-A95C-7A95084D18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FC85F0-34D4-F69E-96EA-5DA2E52D9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01D541-A703-E3EC-A633-D2B2D4B9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FF284C-B25A-76DE-D546-5AF271C61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14E929-830F-EFBA-6FE2-0F06D10AD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486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2A6B-616D-FA73-57D5-4A37F7874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36CD8-7AE4-907C-1711-7B18BB4AC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EADF0A-0A9D-E60D-54B2-8D7E6D7A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046D4-6904-96A6-76EA-5216E58C1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214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2F7E3-8F8F-7708-6E49-F9AAFC5B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C15877-DF59-86C9-00CA-3CAF0ACC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4E0A5-4C59-F954-251C-671C3428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8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1E45-5C8B-4BB8-96E6-5E77C917B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64808-AC1F-6CB6-53A3-AE4C3F240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C59140-C46A-F89B-BABD-237A7CE94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BE32D-B048-37BB-2054-3354E951B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F15ED-9ABD-C517-7EAF-90B18F67E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06636-99B2-9FA9-85DC-06667CFD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15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63C6-3AFD-6E14-52E6-81452CCC1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E7485D-441B-EAF4-1247-C5543B0EDA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A1DA7-B33D-891C-2B4E-6740697AF1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900EA-DAB1-D962-727A-7E978CFBD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046CC-6BD0-E115-2F30-22E6872C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93488-C369-4F7C-FFF9-0FDCDD45E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364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EA0EF-F942-7BBD-9A1D-D60A61603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08B725-AAC2-D18D-9DCE-93E1CE114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F5E3F-0C09-C80F-8206-78D424C5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0FEC0-0B2C-99A0-80E4-12A2217C1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C0DC1-0B43-BE9B-67E4-67E8BEB2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198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9F6D88-AF80-BA4F-589A-8634A0820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F3BF1-5D61-532C-A622-682F3DEFAE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16E6D-B38C-D72F-FCC7-5D592F2D8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553CE-9757-530D-C9E4-785E6E82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5053-BCCA-6AF9-66FD-FC01DCCC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182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629D2-388A-2575-251A-BBC6AAA8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83E90-AA7F-5DBF-EAB9-53775FEE8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BE1C1-671B-7AE7-EC0F-86DD5EF75F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82F364-45C4-4DFA-88B5-D88DEE8DD932}" type="datetimeFigureOut">
              <a:rPr lang="en-GB" smtClean="0"/>
              <a:t>29/11/2025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54B63-5034-3D86-D2C5-22DD1267DE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0439A-BAB5-9095-ED3C-155D460D2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95595-2D2A-444C-A204-7980BFAD46A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83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electronic device&#10;&#10;AI-generated content may be incorrect.">
            <a:extLst>
              <a:ext uri="{FF2B5EF4-FFF2-40B4-BE49-F238E27FC236}">
                <a16:creationId xmlns:a16="http://schemas.microsoft.com/office/drawing/2014/main" id="{AD1EAF26-6CAD-55CD-B212-6B42154C7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574775" y="1104411"/>
            <a:ext cx="6194645" cy="464917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48B2F7F-75A0-E536-0CED-AD1E083FB3B5}"/>
              </a:ext>
            </a:extLst>
          </p:cNvPr>
          <p:cNvCxnSpPr/>
          <p:nvPr/>
        </p:nvCxnSpPr>
        <p:spPr>
          <a:xfrm>
            <a:off x="7047781" y="3260785"/>
            <a:ext cx="1509622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2D10DB-3305-1F25-0E7B-F0B88D85A911}"/>
              </a:ext>
            </a:extLst>
          </p:cNvPr>
          <p:cNvSpPr txBox="1"/>
          <p:nvPr/>
        </p:nvSpPr>
        <p:spPr>
          <a:xfrm>
            <a:off x="8557403" y="3122285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GPIO 21:switch 1 (other end to GND)</a:t>
            </a:r>
            <a:endParaRPr lang="en-GB" sz="12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5F4634-1673-1CC6-45B1-1D7D69F5A263}"/>
              </a:ext>
            </a:extLst>
          </p:cNvPr>
          <p:cNvCxnSpPr>
            <a:cxnSpLocks/>
          </p:cNvCxnSpPr>
          <p:nvPr/>
        </p:nvCxnSpPr>
        <p:spPr>
          <a:xfrm>
            <a:off x="7047781" y="3399284"/>
            <a:ext cx="1509622" cy="0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25CC6DC-DB6D-06D9-F47A-5A77686DDE5F}"/>
              </a:ext>
            </a:extLst>
          </p:cNvPr>
          <p:cNvSpPr txBox="1"/>
          <p:nvPr/>
        </p:nvSpPr>
        <p:spPr>
          <a:xfrm>
            <a:off x="8557403" y="3260784"/>
            <a:ext cx="3295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GPIO 16:switch 2 (other end to GND)(train)</a:t>
            </a:r>
            <a:endParaRPr lang="en-GB" sz="12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D6E619-C12E-5A87-5ED6-160D74AF0B53}"/>
              </a:ext>
            </a:extLst>
          </p:cNvPr>
          <p:cNvCxnSpPr/>
          <p:nvPr/>
        </p:nvCxnSpPr>
        <p:spPr>
          <a:xfrm>
            <a:off x="7047781" y="3728040"/>
            <a:ext cx="150962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FFDF657-376A-581A-19AB-86FC7FB5B64A}"/>
              </a:ext>
            </a:extLst>
          </p:cNvPr>
          <p:cNvSpPr txBox="1"/>
          <p:nvPr/>
        </p:nvSpPr>
        <p:spPr>
          <a:xfrm>
            <a:off x="8557403" y="3589540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GPIO 21:relay CH1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734D242-D662-620D-F622-C3A5924D06AC}"/>
              </a:ext>
            </a:extLst>
          </p:cNvPr>
          <p:cNvCxnSpPr>
            <a:cxnSpLocks/>
          </p:cNvCxnSpPr>
          <p:nvPr/>
        </p:nvCxnSpPr>
        <p:spPr>
          <a:xfrm>
            <a:off x="7047781" y="3866539"/>
            <a:ext cx="150962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D4C86C5-465F-8922-F3C4-E5D8F3D8EDEB}"/>
              </a:ext>
            </a:extLst>
          </p:cNvPr>
          <p:cNvSpPr txBox="1"/>
          <p:nvPr/>
        </p:nvSpPr>
        <p:spPr>
          <a:xfrm>
            <a:off x="8557403" y="3728039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GPIO 16:relay CH2 (train 12V?)</a:t>
            </a:r>
            <a:endParaRPr lang="en-GB" sz="12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C600766-5C75-58B5-9922-2C4A35724DFB}"/>
              </a:ext>
            </a:extLst>
          </p:cNvPr>
          <p:cNvCxnSpPr/>
          <p:nvPr/>
        </p:nvCxnSpPr>
        <p:spPr>
          <a:xfrm>
            <a:off x="7047781" y="4240332"/>
            <a:ext cx="150962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7E6BF20-3C6D-A0DE-5A71-10EFE913C706}"/>
              </a:ext>
            </a:extLst>
          </p:cNvPr>
          <p:cNvSpPr txBox="1"/>
          <p:nvPr/>
        </p:nvSpPr>
        <p:spPr>
          <a:xfrm>
            <a:off x="8557403" y="4101832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GPIO 11:LED array1 (candy cane)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50D3737-06BB-13A8-C4C5-B7E93EAAC2B7}"/>
              </a:ext>
            </a:extLst>
          </p:cNvPr>
          <p:cNvCxnSpPr>
            <a:cxnSpLocks/>
          </p:cNvCxnSpPr>
          <p:nvPr/>
        </p:nvCxnSpPr>
        <p:spPr>
          <a:xfrm>
            <a:off x="7047781" y="4378831"/>
            <a:ext cx="1509622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538629A-A9C6-FDA1-0CAE-4D26ADC2CB86}"/>
              </a:ext>
            </a:extLst>
          </p:cNvPr>
          <p:cNvSpPr txBox="1"/>
          <p:nvPr/>
        </p:nvSpPr>
        <p:spPr>
          <a:xfrm>
            <a:off x="8557403" y="4240331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GPIO 10:LED array 2 (train station)</a:t>
            </a:r>
            <a:endParaRPr lang="en-GB" sz="1200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8D4501E-56E4-B302-0588-C9B63E7BF934}"/>
              </a:ext>
            </a:extLst>
          </p:cNvPr>
          <p:cNvCxnSpPr>
            <a:cxnSpLocks/>
          </p:cNvCxnSpPr>
          <p:nvPr/>
        </p:nvCxnSpPr>
        <p:spPr>
          <a:xfrm rot="10800000">
            <a:off x="2691441" y="3486977"/>
            <a:ext cx="150962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3B21B03-ED4C-2DCB-A166-C0CC88D94FFD}"/>
              </a:ext>
            </a:extLst>
          </p:cNvPr>
          <p:cNvSpPr txBox="1"/>
          <p:nvPr/>
        </p:nvSpPr>
        <p:spPr>
          <a:xfrm>
            <a:off x="0" y="3348477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Relay module also needs a 3V3 input?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00B4BF2-1655-512C-34E0-38A312E041D7}"/>
              </a:ext>
            </a:extLst>
          </p:cNvPr>
          <p:cNvCxnSpPr>
            <a:cxnSpLocks/>
          </p:cNvCxnSpPr>
          <p:nvPr/>
        </p:nvCxnSpPr>
        <p:spPr>
          <a:xfrm rot="10800000">
            <a:off x="2691441" y="3625476"/>
            <a:ext cx="1509622" cy="0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823961E-EC0C-E199-4A26-D93A53F0B5E3}"/>
              </a:ext>
            </a:extLst>
          </p:cNvPr>
          <p:cNvSpPr txBox="1"/>
          <p:nvPr/>
        </p:nvSpPr>
        <p:spPr>
          <a:xfrm>
            <a:off x="0" y="3486976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5V </a:t>
            </a:r>
            <a:r>
              <a:rPr lang="en-US" sz="1200" dirty="0" err="1"/>
              <a:t>forrelay</a:t>
            </a:r>
            <a:r>
              <a:rPr lang="en-US" sz="1200" dirty="0"/>
              <a:t> module </a:t>
            </a:r>
            <a:endParaRPr lang="en-GB" sz="12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8D689AF-7F34-498E-BF42-ABFCFB65D9A2}"/>
              </a:ext>
            </a:extLst>
          </p:cNvPr>
          <p:cNvCxnSpPr>
            <a:cxnSpLocks/>
          </p:cNvCxnSpPr>
          <p:nvPr/>
        </p:nvCxnSpPr>
        <p:spPr>
          <a:xfrm rot="10800000">
            <a:off x="2691441" y="3772600"/>
            <a:ext cx="1509622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2BAF279-343E-9499-008E-66E9ACDF6423}"/>
              </a:ext>
            </a:extLst>
          </p:cNvPr>
          <p:cNvCxnSpPr>
            <a:cxnSpLocks/>
          </p:cNvCxnSpPr>
          <p:nvPr/>
        </p:nvCxnSpPr>
        <p:spPr>
          <a:xfrm rot="10800000">
            <a:off x="2691441" y="3911099"/>
            <a:ext cx="1509622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4DCDCA5-20B1-FC95-A274-12C2EDE011AF}"/>
              </a:ext>
            </a:extLst>
          </p:cNvPr>
          <p:cNvCxnSpPr/>
          <p:nvPr/>
        </p:nvCxnSpPr>
        <p:spPr>
          <a:xfrm>
            <a:off x="7047781" y="2954996"/>
            <a:ext cx="1509622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B9D8BAD-40EA-D386-4272-043796AF5808}"/>
              </a:ext>
            </a:extLst>
          </p:cNvPr>
          <p:cNvCxnSpPr>
            <a:cxnSpLocks/>
          </p:cNvCxnSpPr>
          <p:nvPr/>
        </p:nvCxnSpPr>
        <p:spPr>
          <a:xfrm>
            <a:off x="5546785" y="5287992"/>
            <a:ext cx="0" cy="11214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1382888-D7D9-8686-80A4-4A1F75607683}"/>
              </a:ext>
            </a:extLst>
          </p:cNvPr>
          <p:cNvSpPr txBox="1"/>
          <p:nvPr/>
        </p:nvSpPr>
        <p:spPr>
          <a:xfrm>
            <a:off x="1283855" y="3694725"/>
            <a:ext cx="1407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GND</a:t>
            </a:r>
            <a:br>
              <a:rPr lang="en-US" sz="1200" dirty="0"/>
            </a:br>
            <a:r>
              <a:rPr lang="en-US" sz="1200" dirty="0"/>
              <a:t>relay module probably also needs GND</a:t>
            </a:r>
            <a:br>
              <a:rPr lang="en-US" sz="1200" dirty="0"/>
            </a:br>
            <a:r>
              <a:rPr lang="en-US" sz="1200" dirty="0"/>
              <a:t>but its not ISP or I2C that’s for sure</a:t>
            </a:r>
            <a:endParaRPr lang="en-GB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261A6A-DBF2-46AD-BBA5-946D0DA90C9D}"/>
              </a:ext>
            </a:extLst>
          </p:cNvPr>
          <p:cNvSpPr txBox="1"/>
          <p:nvPr/>
        </p:nvSpPr>
        <p:spPr>
          <a:xfrm>
            <a:off x="3446251" y="6190875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GND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515A598-2059-3F1E-7C34-C7081BB4267C}"/>
              </a:ext>
            </a:extLst>
          </p:cNvPr>
          <p:cNvSpPr txBox="1"/>
          <p:nvPr/>
        </p:nvSpPr>
        <p:spPr>
          <a:xfrm>
            <a:off x="6318847" y="2839306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GND</a:t>
            </a:r>
            <a:endParaRPr lang="en-GB" sz="1200" dirty="0"/>
          </a:p>
        </p:txBody>
      </p:sp>
      <p:sp>
        <p:nvSpPr>
          <p:cNvPr id="48" name="Arc 47">
            <a:extLst>
              <a:ext uri="{FF2B5EF4-FFF2-40B4-BE49-F238E27FC236}">
                <a16:creationId xmlns:a16="http://schemas.microsoft.com/office/drawing/2014/main" id="{24453B51-4827-EA8B-78CB-CFFC91A19F7B}"/>
              </a:ext>
            </a:extLst>
          </p:cNvPr>
          <p:cNvSpPr/>
          <p:nvPr/>
        </p:nvSpPr>
        <p:spPr>
          <a:xfrm>
            <a:off x="8428008" y="2847112"/>
            <a:ext cx="2540016" cy="698477"/>
          </a:xfrm>
          <a:prstGeom prst="arc">
            <a:avLst>
              <a:gd name="adj1" fmla="val 12088070"/>
              <a:gd name="adj2" fmla="val 21405466"/>
            </a:avLst>
          </a:prstGeom>
          <a:ln w="38100"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522EB74F-434D-CD7C-4FA6-727B05E38D3B}"/>
              </a:ext>
            </a:extLst>
          </p:cNvPr>
          <p:cNvSpPr/>
          <p:nvPr/>
        </p:nvSpPr>
        <p:spPr>
          <a:xfrm rot="9511999">
            <a:off x="5939172" y="4451640"/>
            <a:ext cx="5240430" cy="1523712"/>
          </a:xfrm>
          <a:prstGeom prst="arc">
            <a:avLst>
              <a:gd name="adj1" fmla="val 10939198"/>
              <a:gd name="adj2" fmla="val 21405466"/>
            </a:avLst>
          </a:prstGeom>
          <a:ln w="38100">
            <a:solidFill>
              <a:schemeClr val="tx1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00BE194A-0C2F-28F5-620F-348235C8C9C2}"/>
              </a:ext>
            </a:extLst>
          </p:cNvPr>
          <p:cNvCxnSpPr>
            <a:cxnSpLocks/>
          </p:cNvCxnSpPr>
          <p:nvPr/>
        </p:nvCxnSpPr>
        <p:spPr>
          <a:xfrm>
            <a:off x="4386076" y="249381"/>
            <a:ext cx="0" cy="7489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86FCA032-85E3-F730-3E77-8D2EB34D014C}"/>
              </a:ext>
            </a:extLst>
          </p:cNvPr>
          <p:cNvCxnSpPr>
            <a:cxnSpLocks/>
          </p:cNvCxnSpPr>
          <p:nvPr/>
        </p:nvCxnSpPr>
        <p:spPr>
          <a:xfrm>
            <a:off x="4644694" y="249381"/>
            <a:ext cx="0" cy="7489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7343086F-0047-C10C-BCD9-5768F7D45C4B}"/>
              </a:ext>
            </a:extLst>
          </p:cNvPr>
          <p:cNvSpPr txBox="1"/>
          <p:nvPr/>
        </p:nvSpPr>
        <p:spPr>
          <a:xfrm>
            <a:off x="1720862" y="394843"/>
            <a:ext cx="2691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12V</a:t>
            </a:r>
            <a:endParaRPr lang="en-GB" sz="1200" dirty="0"/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22AF45E8-28B9-D923-492D-E0474BD8BA5E}"/>
              </a:ext>
            </a:extLst>
          </p:cNvPr>
          <p:cNvSpPr/>
          <p:nvPr/>
        </p:nvSpPr>
        <p:spPr>
          <a:xfrm rot="10428862">
            <a:off x="2017884" y="246216"/>
            <a:ext cx="2540016" cy="698477"/>
          </a:xfrm>
          <a:prstGeom prst="arc">
            <a:avLst>
              <a:gd name="adj1" fmla="val 11856350"/>
              <a:gd name="adj2" fmla="val 20505645"/>
            </a:avLst>
          </a:prstGeom>
          <a:ln w="38100">
            <a:solidFill>
              <a:srgbClr val="FF0000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C4D5B47D-B7A8-410B-2E64-45FA178F7AF7}"/>
              </a:ext>
            </a:extLst>
          </p:cNvPr>
          <p:cNvSpPr/>
          <p:nvPr/>
        </p:nvSpPr>
        <p:spPr>
          <a:xfrm rot="9704283">
            <a:off x="2017883" y="422318"/>
            <a:ext cx="2540016" cy="698477"/>
          </a:xfrm>
          <a:prstGeom prst="arc">
            <a:avLst>
              <a:gd name="adj1" fmla="val 11856350"/>
              <a:gd name="adj2" fmla="val 20505645"/>
            </a:avLst>
          </a:prstGeom>
          <a:ln w="38100">
            <a:solidFill>
              <a:srgbClr val="FF0000"/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D924F0-75DA-AE69-520E-6B81F51971AD}"/>
              </a:ext>
            </a:extLst>
          </p:cNvPr>
          <p:cNvSpPr txBox="1"/>
          <p:nvPr/>
        </p:nvSpPr>
        <p:spPr>
          <a:xfrm>
            <a:off x="-210918" y="1036254"/>
            <a:ext cx="2691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12V also for </a:t>
            </a:r>
            <a:br>
              <a:rPr lang="en-US" sz="1200" dirty="0"/>
            </a:br>
            <a:r>
              <a:rPr lang="en-US" sz="1200" dirty="0"/>
              <a:t>motors and such</a:t>
            </a:r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4200131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</cp:revision>
  <dcterms:created xsi:type="dcterms:W3CDTF">2025-11-30T00:29:49Z</dcterms:created>
  <dcterms:modified xsi:type="dcterms:W3CDTF">2025-11-30T00:30:23Z</dcterms:modified>
</cp:coreProperties>
</file>